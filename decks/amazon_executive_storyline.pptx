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contradiction in one breath: Amazon is having one of its best years in a decade — earnings up, AWS reaccelerating — and yet free cash flow just collapsed 77%. That tension IS the deck.</a:t>
            </a:r>
          </a:p>
          <a:p/>
          <a:p>
            <a:r>
              <a:t>Frame the deck: I'll walk through the same five questions the board will ask — what's happening, what's driving it, what's the issue, why it matters, and what we should track.</a:t>
            </a:r>
          </a:p>
          <a:p/>
          <a:p>
            <a:r>
              <a:t>Tone: confident, operator-grade. Don't apologize for the capex. Just be clear-eyed about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the strength first. Three numbers: revenue $716.9B (+12%), op margin 11.2%, net income $77.7B. These are real.</a:t>
            </a:r>
          </a:p>
          <a:p/>
          <a:p>
            <a:r>
              <a:t>Operating margin nearly doubling in two years is the under-told story — most analysts still think of Amazon as a low-margin retailer.</a:t>
            </a:r>
          </a:p>
          <a:p/>
          <a:p>
            <a:r>
              <a:t>Closing line: 'On every income-statement metric, this is the best year Amazon has had as a public company. Hold that — because the cash-flow picture changes the conversation.'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 is not just the largest segment by profit — it's the sole reason consolidated margins look the way they do.</a:t>
            </a:r>
          </a:p>
          <a:p/>
          <a:p>
            <a:r>
              <a:t>+19.6% AWS growth on a $108B base is the most significant data point. That's worth pausing on. Compare to Azure +34%, GCP +30% — Amazon is still in the race.</a:t>
            </a:r>
          </a:p>
          <a:p/>
          <a:p>
            <a:r>
              <a:t>Land the implication: 'When AWS reaccelerates AND capex jumps 59%, the question is whether one is paying for the other. That's the next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turning point of the deck. Slow down. The $7.7B FCF number is the headline; everything before this slide was setup.</a:t>
            </a:r>
          </a:p>
          <a:p/>
          <a:p>
            <a:r>
              <a:t>Lead with the contradiction: Revenue grew $79B. FCF dropped $25B. The cash went into PP&amp;E — Trainium chips, data centers, leases.</a:t>
            </a:r>
          </a:p>
          <a:p/>
          <a:p>
            <a:r>
              <a:t>Don't editorialize on whether the spend is 'right.' The spend may be entirely warranted. But the cash-flow profile of the company has fundamentally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a fork in the road. Two scenarios. The next 18 months will tell us which one we're in.</a:t>
            </a:r>
          </a:p>
          <a:p/>
          <a:p>
            <a:r>
              <a:t>Use clean transition language: 'In the base case... in the bear case...' Avoid emotional words.</a:t>
            </a:r>
          </a:p>
          <a:p/>
          <a:p>
            <a:r>
              <a:t>End on the critical variable — AI workload monetization rate. That's THE metric. Everything else is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a single, decisive recommendation. Don't hedge.</a:t>
            </a:r>
          </a:p>
          <a:p/>
          <a:p>
            <a:r>
              <a:t>Watch list: three metrics, one quarter at a time. Make it sound operational — these are things the team CAN monitor.</a:t>
            </a:r>
          </a:p>
          <a:p/>
          <a:p>
            <a:r>
              <a:t>Closing line: 'We don't need to bet now. We need to be paying attention. The AWS growth print and the capex/OCF ratio will tell us everything.'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this slide. Use it to take Q&amp;A.</a:t>
            </a:r>
          </a:p>
          <a:p/>
          <a:p>
            <a:r>
              <a:t>If asked, highlight one stat: Capex/OCF moved from 72% to 95% in one year — that's the single number that summarizes the entire story.</a:t>
            </a:r>
          </a:p>
          <a:p/>
          <a:p>
            <a:r>
              <a:t>Have AWS economics ready as a deeper question: 35.4% op margin on $128.7B in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54864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EXECUTIVE STORYLINE  ·  FY2024 10-K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0B2540"/>
                </a:solidFill>
                <a:latin typeface="Calibri"/>
              </a:rPr>
              <a:t>Amazon.com,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AMZN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1">
                <a:solidFill>
                  <a:srgbClr val="1A1F2E"/>
                </a:solidFill>
                <a:latin typeface="Calibri"/>
              </a:rPr>
              <a:t>AWS-led growth is reaccelerating — but capex is consuming all of it, leaving FCF at $7.7B.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A five-act readout for the leadership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1264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Prepared for the executive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6364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 · 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Amazon posted +12.4% revenue growth, lifting the topline to $716.9B with op margin near 11%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$716.9B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+12.4%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OPERATING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11.2%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+40 bps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NET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10.8%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+150 bps YoY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74320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mazon_revenue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26080"/>
            <a:ext cx="5760720" cy="29757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283464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REVENUE &amp; OPERATING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WHAT THE NUMBERS TELL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4612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DURABLE  </a:t>
            </a:r>
            <a:r>
              <a:rPr sz="1200">
                <a:solidFill>
                  <a:srgbClr val="1A1F2E"/>
                </a:solidFill>
                <a:latin typeface="Calibri"/>
              </a:rPr>
              <a:t>Top-line growth holds in low-teens for the second straight year — re-acceleration is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LEVERAGE  </a:t>
            </a:r>
            <a:r>
              <a:rPr sz="1200">
                <a:solidFill>
                  <a:srgbClr val="1A1F2E"/>
                </a:solidFill>
                <a:latin typeface="Calibri"/>
              </a:rPr>
              <a:t>Operating margin nearly doubled in two years (6.4% → 11.2%) on AWS mix and retail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98348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QUALITY  </a:t>
            </a:r>
            <a:r>
              <a:rPr sz="1200">
                <a:solidFill>
                  <a:srgbClr val="1A1F2E"/>
                </a:solidFill>
                <a:latin typeface="Calibri"/>
              </a:rPr>
              <a:t>Net income up 31% on $79B operating profit — first true earnings inflection since 2018.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 · WHAT'S DRIVING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AWS (+19.6%) is the single-largest profit engine — $45.6B operating income at 35%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5394960" cy="2103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9900"/>
                </a:solidFill>
                <a:latin typeface="Calibri"/>
              </a:rPr>
              <a:t>AWS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200" b="1" i="0">
                <a:solidFill>
                  <a:srgbClr val="0B2540"/>
                </a:solidFill>
                <a:latin typeface="Calibri"/>
              </a:rPr>
              <a:t>+19.6%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5B6472"/>
                </a:solidFill>
                <a:latin typeface="Calibri"/>
              </a:rPr>
              <a:t>vs +13.3% prior year — clear reacceleration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AWS contributes 18% of revenue but 57% of segment OI</a:t>
            </a:r>
          </a:p>
        </p:txBody>
      </p:sp>
      <p:pic>
        <p:nvPicPr>
          <p:cNvPr id="10" name="Picture 9" descr="amazon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26292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SEGMENT REVENUE — YoY GROWTH AND CURRENT-YEAR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6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ENGINE  </a:t>
            </a:r>
            <a:r>
              <a:rPr sz="1200">
                <a:solidFill>
                  <a:srgbClr val="1A1F2E"/>
                </a:solidFill>
                <a:latin typeface="Calibri"/>
              </a:rPr>
              <a:t>AWS posted $45.6B in operating profit at 35.4% margin — more than NA + International combined.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3659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BREADTH  </a:t>
            </a:r>
            <a:r>
              <a:rPr sz="1200">
                <a:solidFill>
                  <a:srgbClr val="1A1F2E"/>
                </a:solidFill>
                <a:latin typeface="Calibri"/>
              </a:rPr>
              <a:t>International (+13.3%) and North America (+10.0%) confirm growth is not AWS-only.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76672"/>
            <a:ext cx="36576" cy="2743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0352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AI  </a:t>
            </a:r>
            <a:r>
              <a:rPr sz="1200">
                <a:solidFill>
                  <a:srgbClr val="1A1F2E"/>
                </a:solidFill>
                <a:latin typeface="Calibri"/>
              </a:rPr>
              <a:t>Bedrock + Trainium + Anthropic partnership are now driving measurable enterprise consumption.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III · WHAT'S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Capex (+59% YoY) is now consuming nearly all operating cash flow — FCF collapsed 77%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mazon_c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300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OPERATING CASH FLOW vs. CAPEX vs. FREE CASH FLOW ($B)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CAPEX FY24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$131.8B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933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DE80"/>
                </a:solidFill>
                <a:latin typeface="Calibri"/>
              </a:rPr>
              <a:t>▲ +58.8%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vs FCF $7.7B (▼ –76.6% YoY)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WHY THE CASH STORY HAS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375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STRUCTURAL  </a:t>
            </a:r>
            <a:r>
              <a:rPr sz="1150">
                <a:solidFill>
                  <a:srgbClr val="1A1F2E"/>
                </a:solidFill>
                <a:latin typeface="Calibri"/>
              </a:rPr>
              <a:t>Capex/OCF ratio jumped from 72% (FY23) to 95% (FY24) — almost every dollar of cash is being reinvested.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251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SEVERE  </a:t>
            </a:r>
            <a:r>
              <a:rPr sz="1150">
                <a:solidFill>
                  <a:srgbClr val="1A1F2E"/>
                </a:solidFill>
                <a:latin typeface="Calibri"/>
              </a:rPr>
              <a:t>FCF collapsed from $32.9B to $7.7B in one year — a 77% decline despite $79B of operating income.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395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INTENSITY  </a:t>
            </a:r>
            <a:r>
              <a:rPr sz="1150">
                <a:solidFill>
                  <a:srgbClr val="1A1F2E"/>
                </a:solidFill>
                <a:latin typeface="Calibri"/>
              </a:rPr>
              <a:t>Capex is now 18.4% of revenue, up from 9.2% three years ago — a doubling of capital intensity.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IV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Sustainability hinges on AWS holding above 18% growth while capex peaks in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TWO SCENARIOS — AND WHAT TIPS US INTO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40680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 CASE  ·  AWS HOLDS, CAPEX PEAKS FY25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9900"/>
                </a:solidFill>
                <a:latin typeface="Calibri"/>
              </a:rPr>
              <a:t>FCF REBUILD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re-accelerates to $40–55B by FY26 as capex moderates to ~14% of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9900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Operating margin expands toward 13% on AWS mix and retail leverage.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9900"/>
                </a:solidFill>
                <a:latin typeface="Calibri"/>
              </a:rPr>
              <a:t>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Re-rating as compounding FCF returns and AI ROIC become 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4406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BEAR CASE  ·  AWS DECELERATES, CAPEX STAYS 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FCF 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stuck below $20B if AWS slips below 15% while capex stays above $130B.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MARGIN 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Depreciation step-up alone could compress retail OI back to break-even.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DE-RATING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Multiple compression on a thesis that AI capex isn't earning its cost of capital.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THE CRITICAL 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989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Whether AWS workloads can monetize at the rate capex is being deployed — by FY26, not later.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V ·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Track three metrics that will tell us — within 12 months — which scenario is unfolding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THE THREE-METRIC EARLY-WARNING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7451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0116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AWS constant-currency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Watch for &gt;18% — anything below 15% would meaningfully break the AI-monetization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3463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9900"/>
                </a:solidFill>
                <a:latin typeface="Calibri"/>
              </a:rPr>
              <a:t>QUARTERLY · AWS SEGMENT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33755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4747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Capex/OCF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047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Should peak by FY25 and trend toward 75% in FY26. Above 95% = structural cash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97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9900"/>
                </a:solidFill>
                <a:latin typeface="Calibri"/>
              </a:rPr>
              <a:t>MONTHLY · TREASURY CASH FORECAST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80059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9377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AWS operating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03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Watch for &gt;32% — compression below 30% would signal pricing pressure or AI mix-shift drag.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7607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9900"/>
                </a:solidFill>
                <a:latin typeface="Calibri"/>
              </a:rPr>
              <a:t>QUARTERLY · SEGMENT DISCLOSURE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8932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Stay constructive on the franchise; gate further conviction on Q2 capex moderation and AWS reacceleration.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Three-year P&amp;L, segment, and cash-flow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INCOME STATEMENT  ·  $B EXCEPT 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35204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$574.8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$638.0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$716.9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$269.3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$311.7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$360.5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$36.9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$68.6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$80.0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income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$59.2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$77.7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R&amp;D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$85.6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$88.5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$108.5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46.9%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48.9%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50.3%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10.8%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11.2%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5.3%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9.3%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10.8%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CASH FLOW  ·  $B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194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$84.9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$115.9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$139.5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$52.7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$83.0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$131.8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Free cash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$32.2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$32.9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$7.7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SBC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$24.0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$22.0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$19.5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D&amp;A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$48.7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$52.8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$65.8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Buybacks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Dividends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14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Capex/OCF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62%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72%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95%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SEGMENTS  ·  FY24 REVENUE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32104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14984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YoY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4712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OM%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North America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$426.3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+10.0%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6.9%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International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$161.9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+13.3%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2.9%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AWS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984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$128.7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+19.6%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35.4%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32461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CAPEX INTENSITY  ·  CAPEX/REVENUE 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321040" y="352044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amazon_capex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11880"/>
            <a:ext cx="3474720" cy="1928981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Amazon.com, Inc. 10-K, FY2024  ·  Equity research view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